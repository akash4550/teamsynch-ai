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 standalone="yes"?><p:notes xmlns:a="http://schemas.openxmlformats.org/drawingml/2006/main" xmlns:r="http://schemas.openxmlformats.org/officeDocument/2006/relationships" xmlns:p="http://schemas.openxmlformats.org/presentationml/2006/main"><p:cSld><p:spTree><p:nvGrpSpPr/><p:grpSpPr/><p:sp><p:nvSpPr><p:cNvPr id="2" name="Notes"/><p:cNvSpPr><p:notesPr/></p:nvSpPr><p:spPr/><p:txBody><a:bodyPr/><a:lstStyle/><a:p><a:r><a:t>Speaker notes: cite the roadmap slide twice.</a:t></a:r></a:p></p:txBody></p:sp></p:spTree></p:cSld><p:clrMapOvr><a:overrideClrMapping/></p:clrMapOvr>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Body"/>
          <p:cNvSpPr/>
          <p:nvPr/>
        </p:nvSpPr>
        <p:spPr/>
        <p:txBody>
          <a:bodyPr/>
          <a:lstStyle/>
          <a:p>
            <a:r>
              <a:t>TeamSynch RAG pipeline PPTX extraction proof.</a:t>
            </a:r>
          </a:p>
          <a:p>
            <a:r>
              <a:t>Ledger item fourteen makes slide ingestion real.</a:t>
            </a:r>
          </a:p>
        </p:txBody>
      </p:sp>
    </p:spTree>
  </p:cSld>
  <p:clrMapOvr>
    <a:override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Body"/>
          <p:cNvSpPr/>
          <p:nvPr/>
        </p:nvSpPr>
        <p:spPr/>
        <p:txBody>
          <a:bodyPr/>
          <a:lstStyle/>
          <a:p>
            <a:r>
              <a:t>Q3 outlook: draft &amp; review</a:t>
            </a:r>
            <a:br/>
            <a:r>
              <a:t>Angle &lt;brackets&gt; survive unescape.</a:t>
            </a:r>
          </a:p>
        </p:txBody>
      </p:sp>
    </p:spTree>
  </p:cSld>
  <p:clrMapOvr>
    <a:overrideClrMapping/>
  </p:clrMapOvr>
</p:sld>
</file>